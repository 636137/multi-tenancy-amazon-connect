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Amazon Connect</a:t>
            </a:r>
            <a:br/>
            <a:r>
              <a:t>Voice Testing &amp; Agent Guides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FF9900"/>
                </a:solidFill>
              </a:defRPr>
            </a:pPr>
            <a:r>
              <a:t>IRS Taxpayer Services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This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🔊 Real Phone Calls — Actual PSTN calls via AWS Chime SDK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🤖 AI-Powered Caller — Lambda with Polly TTS + intelligent responses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💬 AI-to-AI Conversations — Nova Sonic bidirectional streaming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📋 Agent Step-by-Step Guides — Interactive Cards on call accept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📊 Status Tracking — Real-time call state via DynamoDB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t>Key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REAL PHONE CALLS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✓ PSTN integration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✓ Test IVR flows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✓ Validate contact flows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AGENT GUIDES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✓ Interactive cards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✓ 5 IRS use cases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✓ Step-by-step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AI POWERED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✓ Intelligent responses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✓ Natural conversation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✓ Multi-turn dialogs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AUTOMATION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✓ Regression testing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✓ Load testing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✓ Deployment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IRS Agent Guide Cards (5 Topics)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💰 Refund Status — E-file timeline, paper filing, IDRS codes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🛡️ Identity Verification — Letter 5071C/6331C, ID.me options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💳 Payment Plans — Installment agreements, Form 433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📄 Transcripts — Form 4506-T, online portal, 3-year availability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📬 Notices — CP2000, CP14, response deadlines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9900"/>
                </a:solidFill>
              </a:defRPr>
            </a:pPr>
            <a:r>
              <a:t>📞 1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From Dialing to Agent Card Display in Real-Time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t>Technical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☁️  Amazon Connect — Contact center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🤖 AWS Lex — Conversational AI (V2)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⚡ AWS Lambda — Serverless handlers &amp; AI logic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📞 AWS Chime SDK — Phone integration &amp; WebRTC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🧠 Amazon Bedrock — Next-gen AI models (Nova Sonic)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DynamoDB — Call state &amp; customer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🔊 Amazon Polly — Text-to-speech for AI caller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Live Demo Instance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🌐 Treasury Connect (Production)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📞 Phone: +1 833-289-6602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👤 Agent Portal: [Connect Agent Workspace]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Direct-to-agent routing (no IVR)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IRS Agent Guide Cards appear on call accept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5 interactive procedure cards ready to deploy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t>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CORE COMPONENTS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/lambda — Handlers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/lex — Lex bot definitions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/contact_flows — Flow exports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/voice_tester — Test framework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SUPPORTING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/cdk — Infrastructure as Code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/scripts — Deployment utils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/docs —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SPECIALIZED MODULES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/irs-agent-views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- 5 use case cards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- Dashboard views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- Setup guides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/census-ai-agent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- Survey agent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- Deepgram TTS/STT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- CloudFront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1️⃣  Run ./install.sh — Install dependencies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2️⃣  Configure AWS credentials in .env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3️⃣  Run ./deploy.sh — Deploy infrastructure (CDK)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4️⃣  Test with voice_tester — Make real test calls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5️⃣  Monitor in AWS Console — DynamoDB call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Documentation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📖 README.md — Complete overview &amp;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🚀 QUICKSTART.md — 5-minute setup guide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🔧 irs-agent-views/SETUP_GUIDE.md — Card configuration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📝 DEPLOYMENT_SUCCESS.md — Post-deployment checklist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🎯 Test Results Available — voice_output/ directory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Ready to Deploy?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FF9900"/>
                </a:solidFill>
              </a:defRPr>
            </a:pPr>
            <a:r>
              <a:t>Automated Voice Testing for Amazon Connect Contact Centers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